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>
        <p:scale>
          <a:sx n="115" d="100"/>
          <a:sy n="115" d="100"/>
        </p:scale>
        <p:origin x="49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1FC1-6B67-55D8-520D-615438D53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343D5-0F86-8594-A88E-5BD4FAC14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8B56-B022-921A-11B0-99ECFCFB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8FE5E-2E67-35C5-8292-C7BBC2AE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6431D-6861-FF49-76ED-81FDFF33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ECEAA-0391-FB7A-66FE-3CACD488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8EA5-8B4E-3005-87A0-6BCDC31D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24DE0-3561-B742-8D60-CFA5DF54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73732-E541-C545-F37A-A01338F2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C4DD9-506E-C117-A2C8-FCE1C681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6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0EBC-FB7A-F78E-EE83-975B17D7B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B6682-E66B-FC58-612A-AF29346C5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738A8-A253-6905-BD8D-56B689D1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0290C-A92B-503D-5352-F25B1A3F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E82E-1448-CB0F-3EC6-974D3037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4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9F66-B7E2-277C-9E7B-92323500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C719-A007-2070-663A-900F598A4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39EC6-D6C8-7674-6827-4F6B78B02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7300E-D3F1-3205-2FA1-A3EAD33D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4052-2C14-3E7B-6441-BF3260ED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A5CAC-5603-BEB5-DA85-F078D2B3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6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A383-14B1-434D-33C7-B5E9CA43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F4FF0-3A1A-09C8-8253-FF4384261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E9F7A-185F-03F6-F986-727B85467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39E62-B7BD-E9BD-A02C-F1B986CFE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63823-585F-4EF1-FCB9-9521E86B8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20FAF-354C-15E3-37AB-694C0C29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EE5C0-7BF5-B81D-1B65-75CA82CA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4E159-4E0D-820E-F781-66A205D6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1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3EE7-2555-E1F7-AD70-572590D7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F78B7-0481-31B5-9AA0-E36A055A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895E5-1BAF-39BA-D33D-953282D5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D9111-4F15-7384-3EAE-7550F6F1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2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2C1FD-F07F-B59C-2DC1-6902066E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11B3A-C678-AD1B-7C12-C2F19883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85DE4-690C-689C-A762-A8B67E7D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7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6762-52C2-036F-B470-920C2851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C7857-DB7F-099B-7372-CDB6C609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84693-B8A4-9259-B811-27F7D45FA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67121-8CF5-E956-2FD1-ADE9B64F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F3D30-0E91-7B87-6150-A3B1B6BB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02338-0723-E900-99C8-CE783A74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3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E517-9702-2F42-2493-D79B2CE50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F8052-EE8B-9939-2D9E-C53BA1B95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0FF27-7537-9BDC-E1BA-E83D47AAF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B3798-DD7B-A756-4FB6-96F4F5C2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C4CB6-AE60-2CE2-7300-7ED94AB8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9E236-E9E1-4B95-426A-542FF833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79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D9A7-71E7-D869-2572-38F1447C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4665A-1FD7-BAD1-2086-5EBD37B87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2CCF3-4213-BD98-8FB4-317DAF97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F489-1125-B1D9-C4DF-8150A027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FDB1-2A1B-22D4-3825-23D4DB06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2721D-7510-9AF9-235E-E94B5E041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513CC-02E6-04E7-879E-18AF37AA2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A6371-3404-C9F0-EADF-165AF9B6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E75B7-8FA2-4141-6CE8-69CB7FCE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D3202-BA31-7FEB-9BA5-025DA92A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9440E-1AE1-FDCD-281D-73EED961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C2C54-9261-6B94-FF83-CC82F055C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54C9-B193-D8DB-495E-50C48DB3E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09556-992F-D94C-A2F3-D4E21658502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B3326-3DC8-D0DA-BDAD-9B3CE6BA2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F6ED-616A-8B3E-BE5E-665843A6A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91F28-448B-D747-841B-F0402CD2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0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92CF-B987-AB9F-D9EF-51E75F15E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How to implement a syscall?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EFB23-F703-DBF7-778D-503966134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36A10-3F5B-E920-35D2-EA071F65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cool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A704B-4ED7-9F5F-B493-D28919E76D0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This program prints one’s name, but not from args, but instead ask the kernel to tell its name.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 are going to implement whatsmyname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Add this program to </a:t>
            </a:r>
            <a:r>
              <a:rPr lang="en-US" sz="2200" b="1"/>
              <a:t>user/bin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6A01F8-65A9-62C3-71E6-CC9D2EF3A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254329"/>
            <a:ext cx="6903720" cy="434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6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38BE-EB4A-8DA2-ECB3-9FA265A4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is name stored?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994C3-FD68-93E6-F5BF-69CEA14B2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3457"/>
            <a:ext cx="10515600" cy="2974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DC1B19-8384-EA99-05D7-E0F24825AB2C}"/>
              </a:ext>
            </a:extLst>
          </p:cNvPr>
          <p:cNvSpPr txBox="1"/>
          <p:nvPr/>
        </p:nvSpPr>
        <p:spPr>
          <a:xfrm>
            <a:off x="840058" y="5390335"/>
            <a:ext cx="1100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 </a:t>
            </a:r>
            <a:r>
              <a:rPr lang="en-US" b="1"/>
              <a:t>kernel/src/proc.rs</a:t>
            </a:r>
            <a:r>
              <a:rPr lang="en-US"/>
              <a:t>, ProcData defines the data a process will carry. Each process has a private field ProcData. This field is what we are looking for.</a:t>
            </a:r>
          </a:p>
        </p:txBody>
      </p:sp>
    </p:spTree>
    <p:extLst>
      <p:ext uri="{BB962C8B-B14F-4D97-AF65-F5344CB8AC3E}">
        <p14:creationId xmlns:p14="http://schemas.microsoft.com/office/powerpoint/2010/main" val="270479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E7D85-945F-30A6-E80F-0B62B6A2C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Add this method under the Proc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EF2654F-18E5-1E3D-39BB-8DDD1734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data() returns the process’s ProcData, extract the name then return this name.</a:t>
            </a:r>
          </a:p>
          <a:p>
            <a:endParaRPr lang="en-US" sz="2200"/>
          </a:p>
          <a:p>
            <a:r>
              <a:rPr lang="en-US" sz="2200"/>
              <a:t>We are still in </a:t>
            </a:r>
            <a:r>
              <a:rPr lang="en-US" sz="2400"/>
              <a:t>in </a:t>
            </a:r>
            <a:r>
              <a:rPr lang="en-US" sz="2400" b="1"/>
              <a:t>kernel/src/proc.rs</a:t>
            </a:r>
            <a:r>
              <a:rPr lang="en-US" sz="220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C870D69-53C3-8439-8E82-23F68E34E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05108"/>
            <a:ext cx="6903720" cy="28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3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AAB97-118A-E87D-A730-9EAD9C2B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Kernel writes to memory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3B07E9-4D13-33FD-4E9C-FA0F2D27F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The kernel can’t return a string, we need to pass it a pointer(address) to write. </a:t>
            </a:r>
          </a:p>
          <a:p>
            <a:r>
              <a:rPr lang="en-US" sz="2200"/>
              <a:t>This is why we defined a buf in cool.rs and pass it to whatsmyname. </a:t>
            </a:r>
          </a:p>
          <a:p>
            <a:r>
              <a:rPr lang="en-US" sz="2200"/>
              <a:t>The kernel receives this pointer and write directly to this pointer.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4DE1B-01B8-8CD3-DA4E-6F23EC541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85811"/>
            <a:ext cx="6903720" cy="3486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4DD32-0E1C-A126-EBA2-E013656CB2B1}"/>
              </a:ext>
            </a:extLst>
          </p:cNvPr>
          <p:cNvSpPr txBox="1"/>
          <p:nvPr/>
        </p:nvSpPr>
        <p:spPr>
          <a:xfrm>
            <a:off x="6010507" y="6266985"/>
            <a:ext cx="3310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is in </a:t>
            </a:r>
            <a:r>
              <a:rPr lang="en-US" b="1"/>
              <a:t>kernel/src/sysproc.rs</a:t>
            </a:r>
          </a:p>
        </p:txBody>
      </p:sp>
    </p:spTree>
    <p:extLst>
      <p:ext uri="{BB962C8B-B14F-4D97-AF65-F5344CB8AC3E}">
        <p14:creationId xmlns:p14="http://schemas.microsoft.com/office/powerpoint/2010/main" val="395333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E953-EF23-4539-B4DE-46BC696B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syscall that uses this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EF74CB-C0F1-C05A-98B8-5189D29A9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8649"/>
            <a:ext cx="364950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1ED00-51E2-F334-B3E4-00AF14EFF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415" y="1585704"/>
            <a:ext cx="6061887" cy="48142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5FC9E-C6DC-F690-7CD2-24AD1041E181}"/>
              </a:ext>
            </a:extLst>
          </p:cNvPr>
          <p:cNvSpPr txBox="1"/>
          <p:nvPr/>
        </p:nvSpPr>
        <p:spPr>
          <a:xfrm>
            <a:off x="6096000" y="648866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This is in </a:t>
            </a:r>
            <a:r>
              <a:rPr lang="en-US" sz="1800" b="1"/>
              <a:t>kernel/src/syscall.rs</a:t>
            </a:r>
          </a:p>
        </p:txBody>
      </p:sp>
    </p:spTree>
    <p:extLst>
      <p:ext uri="{BB962C8B-B14F-4D97-AF65-F5344CB8AC3E}">
        <p14:creationId xmlns:p14="http://schemas.microsoft.com/office/powerpoint/2010/main" val="264338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DD01-454B-DD6B-2650-0AE66E4A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syscall that uses this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B5FD3-463E-B0CB-F59A-5757166A5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399709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DA3282-69BB-F7DD-F905-36C41DB15675}"/>
              </a:ext>
            </a:extLst>
          </p:cNvPr>
          <p:cNvSpPr txBox="1"/>
          <p:nvPr/>
        </p:nvSpPr>
        <p:spPr>
          <a:xfrm>
            <a:off x="8616175" y="6488668"/>
            <a:ext cx="408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This is still in </a:t>
            </a:r>
            <a:r>
              <a:rPr lang="en-US" sz="1800" b="1"/>
              <a:t>kernel/src/syscall.rs</a:t>
            </a:r>
          </a:p>
        </p:txBody>
      </p:sp>
    </p:spTree>
    <p:extLst>
      <p:ext uri="{BB962C8B-B14F-4D97-AF65-F5344CB8AC3E}">
        <p14:creationId xmlns:p14="http://schemas.microsoft.com/office/powerpoint/2010/main" val="234240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2912-4245-B6CE-CEEA-4CC888D5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Wrap the system call in user side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E3E9FB-14A7-2E77-4FB1-A0A01C370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220"/>
            <a:ext cx="6870700" cy="201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754730-013C-4CB6-64A5-65F70E89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88350"/>
            <a:ext cx="7772400" cy="2669650"/>
          </a:xfrm>
          <a:prstGeom prst="rect">
            <a:avLst/>
          </a:prstGeom>
        </p:spPr>
      </p:pic>
      <p:sp>
        <p:nvSpPr>
          <p:cNvPr id="8" name="Left Arrow 7">
            <a:extLst>
              <a:ext uri="{FF2B5EF4-FFF2-40B4-BE49-F238E27FC236}">
                <a16:creationId xmlns:a16="http://schemas.microsoft.com/office/drawing/2014/main" id="{A49754F0-C679-CCD8-9FF8-36E743E9D933}"/>
              </a:ext>
            </a:extLst>
          </p:cNvPr>
          <p:cNvSpPr/>
          <p:nvPr/>
        </p:nvSpPr>
        <p:spPr>
          <a:xfrm>
            <a:off x="8274205" y="2005519"/>
            <a:ext cx="2977375" cy="122833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This is a raw function that’s wired to syscall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6DC8733-A298-C077-5333-465285F67192}"/>
              </a:ext>
            </a:extLst>
          </p:cNvPr>
          <p:cNvSpPr/>
          <p:nvPr/>
        </p:nvSpPr>
        <p:spPr>
          <a:xfrm>
            <a:off x="8746272" y="4756153"/>
            <a:ext cx="3081454" cy="173672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Let’s wrap this function to a more user friendly way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15EF1-CD56-EEF4-ED60-564A8F77F3D6}"/>
              </a:ext>
            </a:extLst>
          </p:cNvPr>
          <p:cNvSpPr txBox="1"/>
          <p:nvPr/>
        </p:nvSpPr>
        <p:spPr>
          <a:xfrm>
            <a:off x="8274205" y="0"/>
            <a:ext cx="366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are now in </a:t>
            </a:r>
            <a:r>
              <a:rPr lang="en-US" b="1"/>
              <a:t>user/src.syscall.rs !</a:t>
            </a:r>
          </a:p>
        </p:txBody>
      </p:sp>
    </p:spTree>
    <p:extLst>
      <p:ext uri="{BB962C8B-B14F-4D97-AF65-F5344CB8AC3E}">
        <p14:creationId xmlns:p14="http://schemas.microsoft.com/office/powerpoint/2010/main" val="264480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F174-3CA6-6B1E-4B2E-DFEE37EC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Reminder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AC3D46-6776-C52C-E321-09B26B6C7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0230"/>
            <a:ext cx="5358163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684A0-0C3A-D8B9-02B1-6E2470B8005C}"/>
              </a:ext>
            </a:extLst>
          </p:cNvPr>
          <p:cNvSpPr txBox="1"/>
          <p:nvPr/>
        </p:nvSpPr>
        <p:spPr>
          <a:xfrm>
            <a:off x="6478859" y="1870230"/>
            <a:ext cx="451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Don’t forget to put cool in </a:t>
            </a:r>
            <a:r>
              <a:rPr lang="en-US" b="1"/>
              <a:t>user/Cargo.toml</a:t>
            </a:r>
            <a:r>
              <a:rPr lang="en-US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76594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D784-3DD5-7681-EBD2-E0328EFC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Succeed!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254E8-C240-D2A8-A5AD-CF5E44708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4835"/>
            <a:ext cx="74765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266</Words>
  <Application>Microsoft Macintosh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How to implement a syscall?</vt:lpstr>
      <vt:lpstr>Example cool</vt:lpstr>
      <vt:lpstr>Where is name stored? </vt:lpstr>
      <vt:lpstr>Add this method under the Proc</vt:lpstr>
      <vt:lpstr>Kernel writes to memory</vt:lpstr>
      <vt:lpstr>Create a syscall that uses this function</vt:lpstr>
      <vt:lpstr>Create a syscall that uses this function</vt:lpstr>
      <vt:lpstr>Wrap the system call in user side</vt:lpstr>
      <vt:lpstr>Reminder</vt:lpstr>
      <vt:lpstr>Succeed!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Jinghao Jiang</dc:creator>
  <cp:lastModifiedBy>Jinghao Jiang</cp:lastModifiedBy>
  <cp:revision>1</cp:revision>
  <dcterms:created xsi:type="dcterms:W3CDTF">2026-08-19T02:31:07Z</dcterms:created>
  <dcterms:modified xsi:type="dcterms:W3CDTF">2026-08-19T03:00:39Z</dcterms:modified>
</cp:coreProperties>
</file>